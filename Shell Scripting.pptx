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13BF481-7B0C-42F3-8F3B-3B836D73E41A}">
          <p14:sldIdLst>
            <p14:sldId id="256"/>
            <p14:sldId id="257"/>
            <p14:sldId id="258"/>
            <p14:sldId id="259"/>
          </p14:sldIdLst>
        </p14:section>
        <p14:section name="Project-1" id="{675C4663-3B4C-4DC4-A44D-B6459A79DAFB}">
          <p14:sldIdLst>
            <p14:sldId id="260"/>
            <p14:sldId id="261"/>
            <p14:sldId id="262"/>
            <p14:sldId id="263"/>
          </p14:sldIdLst>
        </p14:section>
        <p14:section name="Project-2" id="{8D65F462-3DA8-4463-9863-7AD5B6D16983}">
          <p14:sldIdLst>
            <p14:sldId id="264"/>
            <p14:sldId id="265"/>
            <p14:sldId id="266"/>
          </p14:sldIdLst>
        </p14:section>
        <p14:section name="Project-3" id="{981CFE93-8E83-4A8F-8EB2-E5E1E8488043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31B7C-28F7-7A3A-7F45-2DAC061DDC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936BC5-131E-6B24-6130-960974387F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DF0D1-D161-9716-C6C7-6730507DC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60EFE-310D-4FE4-855D-07B988B6824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B3C64-D727-98ED-B21B-0180E12DE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40405-58B3-A630-160D-3E012731C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A89B-7168-4BA8-8563-7869EF5B6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323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53568-4082-A962-CEB2-39DE5A871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59EC0-2F20-8DD7-107A-C76063D93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676A6-B386-0B6C-516D-937A38F30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60EFE-310D-4FE4-855D-07B988B6824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5A36A-3873-1EBD-64B0-B8867D38A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17FD1-2DB8-B15C-BB7E-9A81A8F88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A89B-7168-4BA8-8563-7869EF5B6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851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6BBB3-0C4E-3812-4286-4A1AE3A5D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F8350-9B76-C2D5-ED48-678BF63B8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4505F-D4FB-D7BF-1AC9-1C881723C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60EFE-310D-4FE4-855D-07B988B6824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AF5E02-BF70-4CF6-ED37-46A6CD72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C4353-18D8-BD83-AFC8-2D993E837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A89B-7168-4BA8-8563-7869EF5B6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847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209AB-C960-28BC-098B-26A223505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450DD-CA50-C8BC-E87A-4B5B88181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0628BD-B56D-62B2-FC64-EB3AB946F6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FFCDCF-0AE0-B3BC-7FBF-E94605B40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60EFE-310D-4FE4-855D-07B988B6824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CC4237-6395-3572-440F-0FECC0104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9F70A8-381F-58A7-9991-51C18647F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A89B-7168-4BA8-8563-7869EF5B6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747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A8FE3-F861-B4FE-31E2-694DE1E83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4390BC-8EB8-9381-CD8E-FB33431B5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06123D-0E9B-DCAF-2E50-A0DD3632A9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AD965F-CBF7-6C66-10AA-F19C0FED57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94347F-F0ED-17E3-D7ED-F01D1329D9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D2B27E-F33D-E270-FDA9-965F68A6B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60EFE-310D-4FE4-855D-07B988B6824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6BB96C-1330-855D-AF8F-F671B3D85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BD4E7F-B39A-8694-4ED1-490AF0551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A89B-7168-4BA8-8563-7869EF5B6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901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6A291-AFCE-4FB7-723F-5169639F1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711CED-8E4D-859A-EE8D-D673DF2B9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60EFE-310D-4FE4-855D-07B988B6824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08311C-B3F4-5B0E-A883-025513839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413346-2FB4-D8F5-0A2D-D3E6D99E4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A89B-7168-4BA8-8563-7869EF5B6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718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E28FC1-2F13-28DA-16F7-F4DD296B9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60EFE-310D-4FE4-855D-07B988B6824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D97FD7-B302-D4D2-6EA8-4CC3E68BD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BBD1CD-3B74-3CCD-5085-42349453B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A89B-7168-4BA8-8563-7869EF5B6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859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CC759-B36C-05EF-8C56-D08592462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9367B-E719-3D31-596A-F4E1E57FE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BF9FB-897F-2A2B-96A8-EFEF3B5C3D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E55CBE-D9C6-E648-CD9C-F29DEE483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60EFE-310D-4FE4-855D-07B988B6824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0262FD-9D6E-40CA-F802-AF5AF31D9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F97917-4E54-FECF-94DC-0B8F8A0C3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A89B-7168-4BA8-8563-7869EF5B6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146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FEE2B-B793-AC64-E932-FB991579B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4211B3-95CA-62FD-4DA9-43ADE135ED8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E6CEC9-510F-AA52-B756-EA18AD8392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F4FA6D-46CB-F91B-9FAE-CE9075F47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60EFE-310D-4FE4-855D-07B988B6824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A47125-9E70-E2E0-DF99-BFC447682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A798D-23B3-16D6-B4E8-458A47B51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A89B-7168-4BA8-8563-7869EF5B6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743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95F09-8A00-5370-45EA-E02198F2F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8EB45F-B590-2893-967E-2864FACD04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50A172-1843-39EC-7960-6FFC1074B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60EFE-310D-4FE4-855D-07B988B6824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95D83-DFDD-E0F4-A0E7-F426F806B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C5CEC-CFD0-FF5F-C0D1-C65EF1D66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A89B-7168-4BA8-8563-7869EF5B6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68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807222-366E-08BD-7690-3EC8CE26DD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44CEE2-2160-87F4-078F-DB042B6EA2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38DE1-A8BF-110F-9A80-7D57AA284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60EFE-310D-4FE4-855D-07B988B6824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E64B1-A422-0826-F3C9-B6BAE1691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C0C62-62BD-550B-E6D4-AAD25E2A5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9A89B-7168-4BA8-8563-7869EF5B6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702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2BADB9-4BEF-BADA-679F-7FD6BDC41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248BF0-2F86-C63C-1044-DAB94C3429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47694-4EC2-4D92-BEFF-941F3125B4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860EFE-310D-4FE4-855D-07B988B6824D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FB39B-9598-49CF-2B06-70F1A4D959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0E144F-7391-8721-8256-946CEDF77F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09A89B-7168-4BA8-8563-7869EF5B65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105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7463A-6C15-524A-D8F2-2ADE2E037A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Shell Scripting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E218AD-0CAC-A969-17E4-BECE18CCD8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39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E632A-5EF4-775F-18DC-8FB5F6465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15CD4-F1A2-B0B6-F536-9A77A6F3B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303819-75E3-0A1C-87FD-783CEA5E8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6693"/>
            <a:ext cx="12192000" cy="5684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44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2FB54-F339-7E3D-5AE8-57EEB12DA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729EA-AB65-2064-4DE7-0B15584B65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A5CAA6-AAAD-2A13-85E6-CA99F0F2A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0365"/>
            <a:ext cx="12192000" cy="6257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607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9E134-EA61-8D17-7CF0-CA85E3819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Shell Script </a:t>
            </a:r>
            <a:r>
              <a:rPr lang="en-IN" sz="3600" dirty="0"/>
              <a:t>contains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07326-875F-9F34-1099-DEBF182C1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Variables (</a:t>
            </a:r>
            <a:r>
              <a:rPr lang="en-IN" dirty="0" err="1"/>
              <a:t>wt</a:t>
            </a:r>
            <a:r>
              <a:rPr lang="en-IN" dirty="0"/>
              <a:t> kind, </a:t>
            </a:r>
            <a:r>
              <a:rPr lang="en-IN" dirty="0" err="1"/>
              <a:t>wt</a:t>
            </a:r>
            <a:r>
              <a:rPr lang="en-IN" dirty="0"/>
              <a:t> parameters)</a:t>
            </a:r>
          </a:p>
          <a:p>
            <a:r>
              <a:rPr lang="en-IN" dirty="0"/>
              <a:t>Arguments</a:t>
            </a:r>
          </a:p>
          <a:p>
            <a:r>
              <a:rPr lang="en-IN" dirty="0"/>
              <a:t>Condition</a:t>
            </a:r>
          </a:p>
          <a:p>
            <a:r>
              <a:rPr lang="en-IN" dirty="0"/>
              <a:t>Loop</a:t>
            </a:r>
          </a:p>
          <a:p>
            <a:r>
              <a:rPr lang="en-IN" dirty="0"/>
              <a:t>Functions</a:t>
            </a:r>
            <a:br>
              <a:rPr lang="en-IN" dirty="0"/>
            </a:br>
            <a:r>
              <a:rPr lang="en-IN" dirty="0"/>
              <a:t>(sequence of CMDs need to run multiple times in same script)</a:t>
            </a:r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380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99E30-8928-ED5A-B543-AFA417F3C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0992"/>
            <a:ext cx="10515600" cy="562168"/>
          </a:xfrm>
        </p:spPr>
        <p:txBody>
          <a:bodyPr>
            <a:normAutofit/>
          </a:bodyPr>
          <a:lstStyle/>
          <a:p>
            <a:r>
              <a:rPr lang="en-IN" sz="2800" dirty="0"/>
              <a:t>Project-1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2573F-9174-3C82-BCE8-17DFD9FFF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0456"/>
            <a:ext cx="10515600" cy="57865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Real-world in Docker</a:t>
            </a:r>
          </a:p>
          <a:p>
            <a:r>
              <a:rPr lang="en-IN" sz="2000" dirty="0"/>
              <a:t>Deployment</a:t>
            </a:r>
            <a:br>
              <a:rPr lang="en-IN" sz="2000" dirty="0"/>
            </a:br>
            <a:r>
              <a:rPr lang="en-IN" sz="2000" dirty="0"/>
              <a:t>scenario-1: </a:t>
            </a:r>
            <a:br>
              <a:rPr lang="en-IN" sz="2000" dirty="0"/>
            </a:br>
            <a:r>
              <a:rPr lang="en-IN" sz="2000" dirty="0"/>
              <a:t>U have Kubernetes.</a:t>
            </a:r>
            <a:br>
              <a:rPr lang="en-IN" sz="2000" dirty="0"/>
            </a:br>
            <a:r>
              <a:rPr lang="en-IN" sz="2000" dirty="0"/>
              <a:t>inside Kubernetes, there is a docker engines running. </a:t>
            </a:r>
            <a:br>
              <a:rPr lang="en-IN" sz="2000" dirty="0"/>
            </a:br>
            <a:r>
              <a:rPr lang="en-IN" sz="2000" dirty="0"/>
              <a:t>So that docker engines helps Kubernetes to creates a containers </a:t>
            </a:r>
            <a:br>
              <a:rPr lang="en-IN" sz="2000" dirty="0"/>
            </a:br>
            <a:r>
              <a:rPr lang="en-IN" sz="2000" dirty="0"/>
              <a:t>for Deployment.</a:t>
            </a:r>
          </a:p>
          <a:p>
            <a:endParaRPr lang="en-IN" sz="2000" dirty="0"/>
          </a:p>
          <a:p>
            <a:r>
              <a:rPr lang="en-IN" sz="2000" dirty="0"/>
              <a:t>Scenario 2:</a:t>
            </a:r>
            <a:br>
              <a:rPr lang="en-IN" sz="2000" dirty="0"/>
            </a:br>
            <a:r>
              <a:rPr lang="en-IN" sz="2000" dirty="0"/>
              <a:t>U r not using Kubernetes, to create a container.</a:t>
            </a:r>
            <a:br>
              <a:rPr lang="en-IN" sz="2000" dirty="0"/>
            </a:br>
            <a:r>
              <a:rPr lang="en-IN" sz="2000" dirty="0"/>
              <a:t>Or</a:t>
            </a:r>
            <a:br>
              <a:rPr lang="en-IN" sz="2000" dirty="0"/>
            </a:br>
            <a:r>
              <a:rPr lang="en-IN" sz="2000" dirty="0"/>
              <a:t>U want to create / deploy a container / application on a stand alone machine.</a:t>
            </a:r>
            <a:br>
              <a:rPr lang="en-IN" sz="2000" dirty="0"/>
            </a:br>
            <a:r>
              <a:rPr lang="en-IN" sz="2000" dirty="0"/>
              <a:t>So, we need to tool like Docker engine, compose on a single machine</a:t>
            </a:r>
          </a:p>
          <a:p>
            <a:r>
              <a:rPr lang="en-IN" sz="2000" dirty="0"/>
              <a:t>Scenario 3:</a:t>
            </a:r>
            <a:br>
              <a:rPr lang="en-IN" sz="2000" dirty="0"/>
            </a:br>
            <a:r>
              <a:rPr lang="en-IN" sz="2000" dirty="0"/>
              <a:t>will be using docker for building a image</a:t>
            </a:r>
            <a:br>
              <a:rPr lang="en-IN" sz="2000" dirty="0"/>
            </a:b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133106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48FEB-69B4-75B2-05DB-FB693D677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6045"/>
            <a:ext cx="10515600" cy="5900918"/>
          </a:xfrm>
        </p:spPr>
        <p:txBody>
          <a:bodyPr/>
          <a:lstStyle/>
          <a:p>
            <a:r>
              <a:rPr lang="en-IN" dirty="0"/>
              <a:t>When we create container / image, </a:t>
            </a:r>
            <a:br>
              <a:rPr lang="en-IN" dirty="0"/>
            </a:br>
            <a:r>
              <a:rPr lang="en-IN" dirty="0"/>
              <a:t>docker machine/ host all the meta data will store in </a:t>
            </a:r>
            <a:br>
              <a:rPr lang="en-IN" dirty="0"/>
            </a:br>
            <a:r>
              <a:rPr lang="en-IN" dirty="0"/>
              <a:t>/var/lib/docker</a:t>
            </a:r>
          </a:p>
          <a:p>
            <a:endParaRPr lang="en-IN" dirty="0"/>
          </a:p>
          <a:p>
            <a:r>
              <a:rPr lang="en-IN" dirty="0"/>
              <a:t>Image – contains image related data</a:t>
            </a:r>
          </a:p>
          <a:p>
            <a:r>
              <a:rPr lang="en-IN" dirty="0"/>
              <a:t>Containers – contains containers / </a:t>
            </a:r>
            <a:r>
              <a:rPr lang="en-IN" dirty="0" err="1"/>
              <a:t>appln</a:t>
            </a:r>
            <a:r>
              <a:rPr lang="en-IN" dirty="0"/>
              <a:t> related meta data</a:t>
            </a:r>
          </a:p>
          <a:p>
            <a:r>
              <a:rPr lang="en-IN" dirty="0"/>
              <a:t>Volumes – if need to share data b/w host &amp; container while creating container/launching an </a:t>
            </a:r>
            <a:r>
              <a:rPr lang="en-IN" dirty="0" err="1"/>
              <a:t>appln</a:t>
            </a:r>
            <a:r>
              <a:rPr lang="en-IN" dirty="0"/>
              <a:t>.</a:t>
            </a:r>
          </a:p>
          <a:p>
            <a:r>
              <a:rPr lang="en-IN" dirty="0"/>
              <a:t>Network / overlay2 – network communication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680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44927-E58A-0FAE-71F6-70CB43087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658" y="150384"/>
            <a:ext cx="10515600" cy="995915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600" b="1" dirty="0"/>
              <a:t>In a date-to-day work, </a:t>
            </a:r>
            <a:br>
              <a:rPr lang="en-IN" sz="3600" b="1" dirty="0"/>
            </a:br>
            <a:r>
              <a:rPr lang="en-IN" sz="3600" b="1" dirty="0"/>
              <a:t>maintaining all docker machines with following tasks</a:t>
            </a:r>
            <a:endParaRPr lang="en-US" sz="3600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A1BD0-497A-C3CC-4144-EECE8E2F1D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087" y="1267605"/>
            <a:ext cx="11645825" cy="4379995"/>
          </a:xfrm>
        </p:spPr>
        <p:txBody>
          <a:bodyPr>
            <a:normAutofit fontScale="92500" lnSpcReduction="10000"/>
          </a:bodyPr>
          <a:lstStyle/>
          <a:p>
            <a:r>
              <a:rPr lang="en-IN" sz="2400" dirty="0"/>
              <a:t>Images what we are creating it should referring to ID or proper Tag.</a:t>
            </a:r>
            <a:br>
              <a:rPr lang="en-US" sz="2400" dirty="0"/>
            </a:br>
            <a:r>
              <a:rPr lang="en-US" sz="2400" dirty="0"/>
              <a:t>If the </a:t>
            </a:r>
            <a:r>
              <a:rPr lang="en-US" sz="2400" b="1" dirty="0"/>
              <a:t>images doesn’t have proper tag, those images should get deleted</a:t>
            </a:r>
            <a:r>
              <a:rPr lang="en-US" sz="2400" dirty="0"/>
              <a:t>.</a:t>
            </a:r>
          </a:p>
          <a:p>
            <a:r>
              <a:rPr lang="en-IN" sz="2400" dirty="0"/>
              <a:t>Dangling images: </a:t>
            </a:r>
            <a:r>
              <a:rPr lang="en-IN" sz="2400" b="1" dirty="0"/>
              <a:t>every images should have proper reference </a:t>
            </a:r>
            <a:r>
              <a:rPr lang="en-IN" sz="2400" dirty="0"/>
              <a:t>&amp; cache.</a:t>
            </a:r>
            <a:br>
              <a:rPr lang="en-IN" sz="2400" dirty="0"/>
            </a:br>
            <a:r>
              <a:rPr lang="en-IN" sz="2400" dirty="0"/>
              <a:t>Else those needs to be deleted.</a:t>
            </a:r>
          </a:p>
          <a:p>
            <a:r>
              <a:rPr lang="en-IN" sz="2400" b="1" dirty="0"/>
              <a:t>Delete Older images</a:t>
            </a:r>
            <a:r>
              <a:rPr lang="en-IN" sz="2400" dirty="0"/>
              <a:t>: TC of older images need to be cleared, which is not needed.</a:t>
            </a:r>
          </a:p>
          <a:p>
            <a:r>
              <a:rPr lang="en-IN" sz="2400" b="1" dirty="0"/>
              <a:t>Delete all stopped / exited containers</a:t>
            </a:r>
            <a:r>
              <a:rPr lang="en-IN" sz="2400" dirty="0"/>
              <a:t>: to utilize waste storage with unwanted containers/IMGs</a:t>
            </a:r>
          </a:p>
          <a:p>
            <a:r>
              <a:rPr lang="en-IN" sz="2400" b="1" dirty="0"/>
              <a:t>Delete unused volumes</a:t>
            </a:r>
          </a:p>
          <a:p>
            <a:endParaRPr lang="en-IN" sz="2400" dirty="0"/>
          </a:p>
          <a:p>
            <a:r>
              <a:rPr lang="en-IN" sz="2400" dirty="0"/>
              <a:t>docker rm </a:t>
            </a:r>
          </a:p>
          <a:p>
            <a:r>
              <a:rPr lang="en-IN" sz="2400" dirty="0"/>
              <a:t>docker rm –</a:t>
            </a:r>
            <a:r>
              <a:rPr lang="en-IN" sz="2400" dirty="0" err="1"/>
              <a:t>i</a:t>
            </a:r>
            <a:endParaRPr lang="en-IN" sz="2400" dirty="0"/>
          </a:p>
          <a:p>
            <a:r>
              <a:rPr lang="en-IN" sz="2400" dirty="0"/>
              <a:t>docker rm volume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8FB6BC-931E-35B5-4D36-7FB558167469}"/>
              </a:ext>
            </a:extLst>
          </p:cNvPr>
          <p:cNvSpPr txBox="1"/>
          <p:nvPr/>
        </p:nvSpPr>
        <p:spPr>
          <a:xfrm>
            <a:off x="1184850" y="5464250"/>
            <a:ext cx="10734062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u="sng" dirty="0"/>
              <a:t>Garbage Collection or Docker maintenance</a:t>
            </a:r>
            <a:br>
              <a:rPr lang="en-IN" sz="4400" b="1" u="sng" dirty="0"/>
            </a:br>
            <a:r>
              <a:rPr lang="en-IN" sz="1200" b="1" dirty="0"/>
              <a:t>		   								                         </a:t>
            </a:r>
            <a:r>
              <a:rPr lang="en-IN" dirty="0"/>
              <a:t>16.00</a:t>
            </a: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8409B0-4120-BC41-B749-6C346B739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104" y="4162400"/>
            <a:ext cx="7377809" cy="1082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132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4AF73-7E85-11FA-E294-AFFDAA4DA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750"/>
            <a:ext cx="10515600" cy="511062"/>
          </a:xfrm>
        </p:spPr>
        <p:txBody>
          <a:bodyPr>
            <a:normAutofit fontScale="90000"/>
          </a:bodyPr>
          <a:lstStyle/>
          <a:p>
            <a:r>
              <a:rPr lang="en-IN" sz="3600" b="1" dirty="0"/>
              <a:t>Project-1</a:t>
            </a:r>
            <a:endParaRPr lang="en-US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57CB8-8CFF-8227-C0AA-D9D1DF464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6410"/>
            <a:ext cx="10515600" cy="4351338"/>
          </a:xfrm>
        </p:spPr>
        <p:txBody>
          <a:bodyPr/>
          <a:lstStyle/>
          <a:p>
            <a:r>
              <a:rPr lang="en-IN" dirty="0"/>
              <a:t>DRYRUN : It shows, what is going to do.</a:t>
            </a:r>
            <a:br>
              <a:rPr lang="en-IN" dirty="0"/>
            </a:br>
            <a:r>
              <a:rPr lang="en-IN" dirty="0"/>
              <a:t>	          if its disabled -&gt; it will deleted all containers &amp; IMGs</a:t>
            </a:r>
          </a:p>
          <a:p>
            <a:pPr marL="0" indent="0">
              <a:buNone/>
            </a:pPr>
            <a:r>
              <a:rPr lang="en-IN" b="1" dirty="0"/>
              <a:t>Types to use the DRYRUN CMDs</a:t>
            </a:r>
          </a:p>
          <a:p>
            <a:pPr marL="0" indent="0">
              <a:buNone/>
            </a:pPr>
            <a:r>
              <a:rPr lang="en-IN" dirty="0"/>
              <a:t>$ ./docker-gc.sh --dry-run</a:t>
            </a:r>
          </a:p>
          <a:p>
            <a:pPr marL="0" indent="0">
              <a:buNone/>
            </a:pPr>
            <a:r>
              <a:rPr lang="en-IN" dirty="0"/>
              <a:t>$ ./docker-gc.sh -h   </a:t>
            </a:r>
            <a:r>
              <a:rPr lang="en-IN" b="1" dirty="0"/>
              <a:t>-&gt;  HELP</a:t>
            </a:r>
          </a:p>
          <a:p>
            <a:pPr marL="0" indent="0">
              <a:buNone/>
            </a:pPr>
            <a:r>
              <a:rPr lang="en-US" dirty="0"/>
              <a:t>$ ./docker-gc.sh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B42EF7-D710-B7B2-FDF6-DCAC4D661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149" y="2509284"/>
            <a:ext cx="6794642" cy="4107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570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0F3A2-1B0B-62D3-BE4B-0A077E30E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Default path of Jenkins installed in  (Jenkins Home path)</a:t>
            </a:r>
            <a:br>
              <a:rPr lang="en-US" dirty="0"/>
            </a:br>
            <a:r>
              <a:rPr lang="en-US" dirty="0"/>
              <a:t>/var/lib/</a:t>
            </a:r>
            <a:r>
              <a:rPr lang="en-US" dirty="0" err="1"/>
              <a:t>jenkins</a:t>
            </a:r>
            <a:endParaRPr lang="en-US" dirty="0"/>
          </a:p>
          <a:p>
            <a:endParaRPr lang="en-US" dirty="0"/>
          </a:p>
          <a:p>
            <a:r>
              <a:rPr lang="en-US" dirty="0"/>
              <a:t>Plugins</a:t>
            </a:r>
          </a:p>
          <a:p>
            <a:r>
              <a:rPr lang="en-US" dirty="0"/>
              <a:t>secrets</a:t>
            </a:r>
          </a:p>
          <a:p>
            <a:r>
              <a:rPr lang="en-US" dirty="0"/>
              <a:t>users</a:t>
            </a:r>
          </a:p>
          <a:p>
            <a:r>
              <a:rPr lang="en-US" dirty="0"/>
              <a:t>Workspace</a:t>
            </a:r>
          </a:p>
          <a:p>
            <a:r>
              <a:rPr lang="en-US" dirty="0"/>
              <a:t>Config.xml  / credentials</a:t>
            </a:r>
          </a:p>
          <a:p>
            <a:r>
              <a:rPr lang="en-US" dirty="0"/>
              <a:t>Nodes</a:t>
            </a:r>
          </a:p>
          <a:p>
            <a:pPr marL="0" indent="0">
              <a:buNone/>
            </a:pPr>
            <a:r>
              <a:rPr lang="en-US" dirty="0"/>
              <a:t>										    </a:t>
            </a:r>
            <a:r>
              <a:rPr lang="en-US" sz="2000" dirty="0"/>
              <a:t>37.00</a:t>
            </a:r>
            <a:r>
              <a:rPr lang="en-US" sz="2000" dirty="0">
                <a:sym typeface="Wingdings" panose="05000000000000000000" pitchFamily="2" charset="2"/>
              </a:rPr>
              <a:t></a:t>
            </a:r>
            <a:r>
              <a:rPr lang="en-US" sz="2000" dirty="0"/>
              <a:t>	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D34D3A-D816-28D9-18C4-987D8BEFC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sz="3600" b="1" dirty="0"/>
              <a:t>Project-2 </a:t>
            </a:r>
            <a:br>
              <a:rPr lang="en-IN" sz="3600" b="1" dirty="0"/>
            </a:br>
            <a:br>
              <a:rPr lang="en-IN" sz="3600" b="1" dirty="0"/>
            </a:br>
            <a:r>
              <a:rPr lang="en-IN" sz="2700" b="1" dirty="0"/>
              <a:t>Jenkins for maintenance / backup / clear old backup as per version defined</a:t>
            </a:r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793683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1F2CD-6A12-0CA4-0144-21CB5335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83694"/>
            <a:ext cx="10515600" cy="6323293"/>
          </a:xfrm>
        </p:spPr>
        <p:txBody>
          <a:bodyPr>
            <a:normAutofit/>
          </a:bodyPr>
          <a:lstStyle/>
          <a:p>
            <a:r>
              <a:rPr lang="en-IN" dirty="0"/>
              <a:t>discord old builds in Jenkins  </a:t>
            </a:r>
            <a:r>
              <a:rPr lang="en-IN" sz="2000" dirty="0"/>
              <a:t>(default option in </a:t>
            </a:r>
            <a:r>
              <a:rPr lang="en-IN" sz="2000" dirty="0" err="1"/>
              <a:t>jenkins</a:t>
            </a:r>
            <a:r>
              <a:rPr lang="en-IN" sz="2000" dirty="0"/>
              <a:t>)</a:t>
            </a:r>
            <a:br>
              <a:rPr lang="en-IN" dirty="0"/>
            </a:br>
            <a:r>
              <a:rPr lang="en-IN" dirty="0"/>
              <a:t>- pipeline jobs</a:t>
            </a:r>
            <a:br>
              <a:rPr lang="en-US" dirty="0"/>
            </a:br>
            <a:r>
              <a:rPr lang="en-US" dirty="0"/>
              <a:t>- secrets</a:t>
            </a:r>
            <a:br>
              <a:rPr lang="en-US" dirty="0"/>
            </a:br>
            <a:r>
              <a:rPr lang="en-US" dirty="0"/>
              <a:t>- nodes</a:t>
            </a:r>
            <a:br>
              <a:rPr lang="en-US" dirty="0"/>
            </a:br>
            <a:r>
              <a:rPr lang="en-US" dirty="0"/>
              <a:t>- Plugins</a:t>
            </a:r>
          </a:p>
          <a:p>
            <a:r>
              <a:rPr lang="en-US" dirty="0"/>
              <a:t>Backing up the entire Jenkins for HA (frequently)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- jobs, logs, nodes, plugins, secrets, users</a:t>
            </a:r>
          </a:p>
          <a:p>
            <a:pPr marL="0" indent="0">
              <a:buNone/>
            </a:pPr>
            <a:r>
              <a:rPr lang="en-IN" dirty="0"/>
              <a:t>   - backup should be in single file (.tar/.zip)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000" dirty="0"/>
              <a:t>Here we are taking backup in AWS storage called s3 bucket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A36AB6-3E53-7C03-B4C9-02C1D1AD5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1234" y="663225"/>
            <a:ext cx="4085190" cy="16017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08F515-F768-0BC6-3B3E-0527A12BD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3829" y="2807439"/>
            <a:ext cx="4293077" cy="15135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C51C31F-400D-3B49-0573-239B564ED2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059" y="4715695"/>
            <a:ext cx="2838846" cy="2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918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07D7B5B-4E59-786C-3250-2D68F77D4C97}"/>
              </a:ext>
            </a:extLst>
          </p:cNvPr>
          <p:cNvSpPr txBox="1">
            <a:spLocks/>
          </p:cNvSpPr>
          <p:nvPr/>
        </p:nvSpPr>
        <p:spPr>
          <a:xfrm>
            <a:off x="838200" y="790456"/>
            <a:ext cx="10515600" cy="57865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000" dirty="0"/>
              <a:t>$ Jenkins-backup.sh &lt;</a:t>
            </a:r>
            <a:r>
              <a:rPr lang="en-IN" sz="2000" dirty="0" err="1"/>
              <a:t>home_directory_path</a:t>
            </a:r>
            <a:r>
              <a:rPr lang="en-IN" sz="2000" dirty="0"/>
              <a:t>&gt; &lt;</a:t>
            </a:r>
            <a:r>
              <a:rPr lang="en-IN" sz="2000" dirty="0" err="1"/>
              <a:t>AWS_Access_Key</a:t>
            </a:r>
            <a:r>
              <a:rPr lang="en-IN" sz="2000" dirty="0"/>
              <a:t>&gt;  &lt;</a:t>
            </a:r>
            <a:r>
              <a:rPr lang="en-IN" sz="2000" dirty="0" err="1"/>
              <a:t>AWS_Secret_Key</a:t>
            </a:r>
            <a:r>
              <a:rPr lang="en-IN" sz="2000" dirty="0"/>
              <a:t>&gt;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/>
              <a:t>So as per the script, backup file will named as </a:t>
            </a:r>
            <a:r>
              <a:rPr lang="en-IN" sz="2000" dirty="0" err="1"/>
              <a:t>Date&amp;time</a:t>
            </a:r>
            <a:r>
              <a:rPr lang="en-IN" sz="2000" dirty="0"/>
              <a:t> wise, so there is no chance of replacing of over-written.</a:t>
            </a:r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331C02-2DC6-F64D-D67E-65AE539DB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840" y="1174624"/>
            <a:ext cx="9459645" cy="3000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3028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7A38A-273F-0E01-0438-CFD94290B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Project-3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E9326-C674-965E-603C-6057CA6EB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Creating &amp; managing users </a:t>
            </a:r>
            <a:r>
              <a:rPr lang="en-IN" sz="2600" b="1" dirty="0"/>
              <a:t>(on standalone / legacy machine / on-site server)</a:t>
            </a:r>
            <a:endParaRPr lang="en-IN" b="1" dirty="0"/>
          </a:p>
          <a:p>
            <a:pPr marL="0" indent="0">
              <a:buNone/>
            </a:pPr>
            <a:r>
              <a:rPr lang="en-IN" dirty="0"/>
              <a:t>    - Create / delete multiple users </a:t>
            </a:r>
            <a:br>
              <a:rPr lang="en-IN" dirty="0"/>
            </a:br>
            <a:r>
              <a:rPr lang="en-IN" dirty="0"/>
              <a:t>      &amp; assign them to group </a:t>
            </a:r>
            <a:br>
              <a:rPr lang="en-IN" dirty="0"/>
            </a:br>
            <a:r>
              <a:rPr lang="en-IN" dirty="0"/>
              <a:t>      with share generated random </a:t>
            </a:r>
            <a:r>
              <a:rPr lang="en-IN" dirty="0" err="1"/>
              <a:t>pwd</a:t>
            </a:r>
            <a:r>
              <a:rPr lang="en-IN" dirty="0"/>
              <a:t> (using </a:t>
            </a:r>
            <a:r>
              <a:rPr lang="en-IN" dirty="0" err="1"/>
              <a:t>openssl</a:t>
            </a:r>
            <a:r>
              <a:rPr lang="en-IN" dirty="0"/>
              <a:t> rand -base64 12) to them.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1828800" lvl="4" indent="0">
              <a:buNone/>
            </a:pPr>
            <a:r>
              <a:rPr lang="en-US" dirty="0"/>
              <a:t>								1.18.45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8914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C7C0F-10A2-9336-CC6E-D01618001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915BA-A0E4-F8BE-8A0F-1CD7BF488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610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</TotalTime>
  <Words>618</Words>
  <Application>Microsoft Office PowerPoint</Application>
  <PresentationFormat>Widescreen</PresentationFormat>
  <Paragraphs>73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Office Theme</vt:lpstr>
      <vt:lpstr>Shell Scripting</vt:lpstr>
      <vt:lpstr>PowerPoint Presentation</vt:lpstr>
      <vt:lpstr>PowerPoint Presentation</vt:lpstr>
      <vt:lpstr>Shell Script contains</vt:lpstr>
      <vt:lpstr>Project-1</vt:lpstr>
      <vt:lpstr>PowerPoint Presentation</vt:lpstr>
      <vt:lpstr>In a date-to-day work,  maintaining all docker machines with following tasks</vt:lpstr>
      <vt:lpstr>Project-1</vt:lpstr>
      <vt:lpstr>Project-2   Jenkins for maintenance / backup / clear old backup as per version defined</vt:lpstr>
      <vt:lpstr>PowerPoint Presentation</vt:lpstr>
      <vt:lpstr>PowerPoint Presentation</vt:lpstr>
      <vt:lpstr>Project-3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Manikanta Raju</dc:creator>
  <cp:lastModifiedBy>Manikanta Raju</cp:lastModifiedBy>
  <cp:revision>22</cp:revision>
  <dcterms:created xsi:type="dcterms:W3CDTF">2026-10-06T06:03:55Z</dcterms:created>
  <dcterms:modified xsi:type="dcterms:W3CDTF">2026-10-26T08:57:37Z</dcterms:modified>
</cp:coreProperties>
</file>